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259F3F-030A-45CB-8355-223443BFAD5C}" v="6" dt="2026-02-06T18:42:04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Mohan" userId="77a2dff1-d756-46e3-a0b9-082fc1d2bd17" providerId="ADAL" clId="{E2654676-0C05-4358-BE33-21987F7BEE9B}"/>
    <pc:docChg chg="undo custSel addSld delSld modSld">
      <pc:chgData name="Aryan Mohan" userId="77a2dff1-d756-46e3-a0b9-082fc1d2bd17" providerId="ADAL" clId="{E2654676-0C05-4358-BE33-21987F7BEE9B}" dt="2026-02-06T18:42:36.088" v="332" actId="47"/>
      <pc:docMkLst>
        <pc:docMk/>
      </pc:docMkLst>
      <pc:sldChg chg="delSp mod">
        <pc:chgData name="Aryan Mohan" userId="77a2dff1-d756-46e3-a0b9-082fc1d2bd17" providerId="ADAL" clId="{E2654676-0C05-4358-BE33-21987F7BEE9B}" dt="2026-02-06T18:33:41.965" v="0" actId="478"/>
        <pc:sldMkLst>
          <pc:docMk/>
          <pc:sldMk cId="0" sldId="256"/>
        </pc:sldMkLst>
        <pc:spChg chg="del">
          <ac:chgData name="Aryan Mohan" userId="77a2dff1-d756-46e3-a0b9-082fc1d2bd17" providerId="ADAL" clId="{E2654676-0C05-4358-BE33-21987F7BEE9B}" dt="2026-02-06T18:33:41.965" v="0" actId="478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Aryan Mohan" userId="77a2dff1-d756-46e3-a0b9-082fc1d2bd17" providerId="ADAL" clId="{E2654676-0C05-4358-BE33-21987F7BEE9B}" dt="2026-02-06T18:34:02.860" v="2" actId="339"/>
        <pc:sldMkLst>
          <pc:docMk/>
          <pc:sldMk cId="0" sldId="257"/>
        </pc:sldMkLst>
        <pc:picChg chg="mod">
          <ac:chgData name="Aryan Mohan" userId="77a2dff1-d756-46e3-a0b9-082fc1d2bd17" providerId="ADAL" clId="{E2654676-0C05-4358-BE33-21987F7BEE9B}" dt="2026-02-06T18:33:54.759" v="1" actId="339"/>
          <ac:picMkLst>
            <pc:docMk/>
            <pc:sldMk cId="0" sldId="257"/>
            <ac:picMk id="5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34:02.860" v="2" actId="339"/>
          <ac:picMkLst>
            <pc:docMk/>
            <pc:sldMk cId="0" sldId="257"/>
            <ac:picMk id="9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33:54.759" v="1" actId="339"/>
          <ac:picMkLst>
            <pc:docMk/>
            <pc:sldMk cId="0" sldId="257"/>
            <ac:picMk id="13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34:02.860" v="2" actId="339"/>
          <ac:picMkLst>
            <pc:docMk/>
            <pc:sldMk cId="0" sldId="257"/>
            <ac:picMk id="17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33:54.759" v="1" actId="339"/>
          <ac:picMkLst>
            <pc:docMk/>
            <pc:sldMk cId="0" sldId="257"/>
            <ac:picMk id="21" creationId="{00000000-0000-0000-0000-000000000000}"/>
          </ac:picMkLst>
        </pc:picChg>
      </pc:sldChg>
      <pc:sldChg chg="modSp mod">
        <pc:chgData name="Aryan Mohan" userId="77a2dff1-d756-46e3-a0b9-082fc1d2bd17" providerId="ADAL" clId="{E2654676-0C05-4358-BE33-21987F7BEE9B}" dt="2026-02-06T18:34:28.514" v="7" actId="20577"/>
        <pc:sldMkLst>
          <pc:docMk/>
          <pc:sldMk cId="0" sldId="259"/>
        </pc:sldMkLst>
        <pc:spChg chg="mod">
          <ac:chgData name="Aryan Mohan" userId="77a2dff1-d756-46e3-a0b9-082fc1d2bd17" providerId="ADAL" clId="{E2654676-0C05-4358-BE33-21987F7BEE9B}" dt="2026-02-06T18:34:28.514" v="7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4:22.324" v="4" actId="12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4:24.506" v="5" actId="12"/>
          <ac:spMkLst>
            <pc:docMk/>
            <pc:sldMk cId="0" sldId="259"/>
            <ac:spMk id="14" creationId="{00000000-0000-0000-0000-000000000000}"/>
          </ac:spMkLst>
        </pc:spChg>
        <pc:picChg chg="mod">
          <ac:chgData name="Aryan Mohan" userId="77a2dff1-d756-46e3-a0b9-082fc1d2bd17" providerId="ADAL" clId="{E2654676-0C05-4358-BE33-21987F7BEE9B}" dt="2026-02-06T18:34:18.848" v="3" actId="339"/>
          <ac:picMkLst>
            <pc:docMk/>
            <pc:sldMk cId="0" sldId="259"/>
            <ac:picMk id="4" creationId="{00000000-0000-0000-0000-000000000000}"/>
          </ac:picMkLst>
        </pc:picChg>
      </pc:sldChg>
      <pc:sldChg chg="modSp mod">
        <pc:chgData name="Aryan Mohan" userId="77a2dff1-d756-46e3-a0b9-082fc1d2bd17" providerId="ADAL" clId="{E2654676-0C05-4358-BE33-21987F7BEE9B}" dt="2026-02-06T18:34:47.052" v="11" actId="14100"/>
        <pc:sldMkLst>
          <pc:docMk/>
          <pc:sldMk cId="0" sldId="260"/>
        </pc:sldMkLst>
        <pc:spChg chg="mod">
          <ac:chgData name="Aryan Mohan" userId="77a2dff1-d756-46e3-a0b9-082fc1d2bd17" providerId="ADAL" clId="{E2654676-0C05-4358-BE33-21987F7BEE9B}" dt="2026-02-06T18:34:47.052" v="11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4:40.545" v="8" actId="404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Aryan Mohan" userId="77a2dff1-d756-46e3-a0b9-082fc1d2bd17" providerId="ADAL" clId="{E2654676-0C05-4358-BE33-21987F7BEE9B}" dt="2026-02-06T18:35:25.950" v="28" actId="20577"/>
        <pc:sldMkLst>
          <pc:docMk/>
          <pc:sldMk cId="0" sldId="261"/>
        </pc:sldMkLst>
        <pc:spChg chg="mod">
          <ac:chgData name="Aryan Mohan" userId="77a2dff1-d756-46e3-a0b9-082fc1d2bd17" providerId="ADAL" clId="{E2654676-0C05-4358-BE33-21987F7BEE9B}" dt="2026-02-06T18:35:00.649" v="12" actId="207"/>
          <ac:spMkLst>
            <pc:docMk/>
            <pc:sldMk cId="0" sldId="261"/>
            <ac:spMk id="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5:08.088" v="14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5:16.263" v="20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5:20.488" v="24" actId="2057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5:25.950" v="28" actId="20577"/>
          <ac:spMkLst>
            <pc:docMk/>
            <pc:sldMk cId="0" sldId="261"/>
            <ac:spMk id="26" creationId="{00000000-0000-0000-0000-000000000000}"/>
          </ac:spMkLst>
        </pc:spChg>
      </pc:sldChg>
      <pc:sldChg chg="delSp modSp mod">
        <pc:chgData name="Aryan Mohan" userId="77a2dff1-d756-46e3-a0b9-082fc1d2bd17" providerId="ADAL" clId="{E2654676-0C05-4358-BE33-21987F7BEE9B}" dt="2026-02-06T18:36:54.110" v="93" actId="1035"/>
        <pc:sldMkLst>
          <pc:docMk/>
          <pc:sldMk cId="0" sldId="262"/>
        </pc:sldMkLst>
        <pc:spChg chg="del mod">
          <ac:chgData name="Aryan Mohan" userId="77a2dff1-d756-46e3-a0b9-082fc1d2bd17" providerId="ADAL" clId="{E2654676-0C05-4358-BE33-21987F7BEE9B}" dt="2026-02-06T18:36:45.939" v="81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49.728" v="82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1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2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38.746" v="80" actId="313"/>
          <ac:spMkLst>
            <pc:docMk/>
            <pc:sldMk cId="0" sldId="262"/>
            <ac:spMk id="2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3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3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54.110" v="93" actId="1035"/>
          <ac:spMkLst>
            <pc:docMk/>
            <pc:sldMk cId="0" sldId="262"/>
            <ac:spMk id="3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6:33.326" v="77" actId="313"/>
          <ac:spMkLst>
            <pc:docMk/>
            <pc:sldMk cId="0" sldId="262"/>
            <ac:spMk id="34" creationId="{00000000-0000-0000-0000-000000000000}"/>
          </ac:spMkLst>
        </pc:spChg>
        <pc:picChg chg="mod">
          <ac:chgData name="Aryan Mohan" userId="77a2dff1-d756-46e3-a0b9-082fc1d2bd17" providerId="ADAL" clId="{E2654676-0C05-4358-BE33-21987F7BEE9B}" dt="2026-02-06T18:36:28.560" v="74" actId="1076"/>
          <ac:picMkLst>
            <pc:docMk/>
            <pc:sldMk cId="0" sldId="262"/>
            <ac:picMk id="4" creationId="{00000000-0000-0000-0000-000000000000}"/>
          </ac:picMkLst>
        </pc:picChg>
      </pc:sldChg>
      <pc:sldChg chg="modSp mod">
        <pc:chgData name="Aryan Mohan" userId="77a2dff1-d756-46e3-a0b9-082fc1d2bd17" providerId="ADAL" clId="{E2654676-0C05-4358-BE33-21987F7BEE9B}" dt="2026-02-06T18:38:01.679" v="107" actId="1036"/>
        <pc:sldMkLst>
          <pc:docMk/>
          <pc:sldMk cId="0" sldId="263"/>
        </pc:sldMkLst>
        <pc:spChg chg="mod">
          <ac:chgData name="Aryan Mohan" userId="77a2dff1-d756-46e3-a0b9-082fc1d2bd17" providerId="ADAL" clId="{E2654676-0C05-4358-BE33-21987F7BEE9B}" dt="2026-02-06T18:37:07.412" v="94" actId="207"/>
          <ac:spMkLst>
            <pc:docMk/>
            <pc:sldMk cId="0" sldId="263"/>
            <ac:spMk id="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7:07.412" v="94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7:07.412" v="94" actId="207"/>
          <ac:spMkLst>
            <pc:docMk/>
            <pc:sldMk cId="0" sldId="263"/>
            <ac:spMk id="1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7:07.412" v="94" actId="20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7:54.734" v="102" actId="1410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7:07.412" v="94" actId="20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7:58.561" v="103" actId="14100"/>
          <ac:spMkLst>
            <pc:docMk/>
            <pc:sldMk cId="0" sldId="263"/>
            <ac:spMk id="2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01.679" v="107" actId="1036"/>
          <ac:spMkLst>
            <pc:docMk/>
            <pc:sldMk cId="0" sldId="263"/>
            <ac:spMk id="22" creationId="{00000000-0000-0000-0000-000000000000}"/>
          </ac:spMkLst>
        </pc:spChg>
      </pc:sldChg>
      <pc:sldChg chg="delSp modSp mod">
        <pc:chgData name="Aryan Mohan" userId="77a2dff1-d756-46e3-a0b9-082fc1d2bd17" providerId="ADAL" clId="{E2654676-0C05-4358-BE33-21987F7BEE9B}" dt="2026-02-06T18:38:59.451" v="187" actId="1035"/>
        <pc:sldMkLst>
          <pc:docMk/>
          <pc:sldMk cId="0" sldId="264"/>
        </pc:sldMkLst>
        <pc:spChg chg="del mod">
          <ac:chgData name="Aryan Mohan" userId="77a2dff1-d756-46e3-a0b9-082fc1d2bd17" providerId="ADAL" clId="{E2654676-0C05-4358-BE33-21987F7BEE9B}" dt="2026-02-06T18:38:40.417" v="169" actId="478"/>
          <ac:spMkLst>
            <pc:docMk/>
            <pc:sldMk cId="0" sldId="264"/>
            <ac:spMk id="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49.547" v="172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4.137" v="175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1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1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1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2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22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8:59.451" v="187" actId="1035"/>
          <ac:spMkLst>
            <pc:docMk/>
            <pc:sldMk cId="0" sldId="264"/>
            <ac:spMk id="24" creationId="{00000000-0000-0000-0000-000000000000}"/>
          </ac:spMkLst>
        </pc:spChg>
        <pc:picChg chg="mod">
          <ac:chgData name="Aryan Mohan" userId="77a2dff1-d756-46e3-a0b9-082fc1d2bd17" providerId="ADAL" clId="{E2654676-0C05-4358-BE33-21987F7BEE9B}" dt="2026-02-06T18:38:47.091" v="171" actId="1076"/>
          <ac:picMkLst>
            <pc:docMk/>
            <pc:sldMk cId="0" sldId="264"/>
            <ac:picMk id="4" creationId="{00000000-0000-0000-0000-000000000000}"/>
          </ac:picMkLst>
        </pc:picChg>
      </pc:sldChg>
      <pc:sldChg chg="modSp mod">
        <pc:chgData name="Aryan Mohan" userId="77a2dff1-d756-46e3-a0b9-082fc1d2bd17" providerId="ADAL" clId="{E2654676-0C05-4358-BE33-21987F7BEE9B}" dt="2026-02-06T18:39:34.347" v="207" actId="20577"/>
        <pc:sldMkLst>
          <pc:docMk/>
          <pc:sldMk cId="0" sldId="265"/>
        </pc:sldMkLst>
        <pc:spChg chg="mod">
          <ac:chgData name="Aryan Mohan" userId="77a2dff1-d756-46e3-a0b9-082fc1d2bd17" providerId="ADAL" clId="{E2654676-0C05-4358-BE33-21987F7BEE9B}" dt="2026-02-06T18:39:06.859" v="188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9:20.220" v="196" actId="10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9:20.220" v="196" actId="1036"/>
          <ac:spMkLst>
            <pc:docMk/>
            <pc:sldMk cId="0" sldId="265"/>
            <ac:spMk id="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9:20.220" v="196" actId="103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9:20.220" v="196" actId="103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9:25.442" v="201" actId="103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39:34.347" v="207" actId="20577"/>
          <ac:spMkLst>
            <pc:docMk/>
            <pc:sldMk cId="0" sldId="265"/>
            <ac:spMk id="22" creationId="{00000000-0000-0000-0000-000000000000}"/>
          </ac:spMkLst>
        </pc:spChg>
      </pc:sldChg>
      <pc:sldChg chg="modSp mod">
        <pc:chgData name="Aryan Mohan" userId="77a2dff1-d756-46e3-a0b9-082fc1d2bd17" providerId="ADAL" clId="{E2654676-0C05-4358-BE33-21987F7BEE9B}" dt="2026-02-06T18:41:11.778" v="253" actId="14100"/>
        <pc:sldMkLst>
          <pc:docMk/>
          <pc:sldMk cId="0" sldId="266"/>
        </pc:sldMkLst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3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5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7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6.985" v="252" actId="1035"/>
          <ac:spMkLst>
            <pc:docMk/>
            <pc:sldMk cId="0" sldId="266"/>
            <ac:spMk id="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9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00.830" v="246" actId="1035"/>
          <ac:spMkLst>
            <pc:docMk/>
            <pc:sldMk cId="0" sldId="266"/>
            <ac:spMk id="10" creationId="{00000000-0000-0000-0000-000000000000}"/>
          </ac:spMkLst>
        </pc:spChg>
        <pc:spChg chg="mod ord">
          <ac:chgData name="Aryan Mohan" userId="77a2dff1-d756-46e3-a0b9-082fc1d2bd17" providerId="ADAL" clId="{E2654676-0C05-4358-BE33-21987F7BEE9B}" dt="2026-02-06T18:41:11.778" v="253" actId="1410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0:08.740" v="214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0:29.549" v="237" actId="1035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0:29.549" v="237" actId="1035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0:29.549" v="237" actId="1035"/>
          <ac:spMkLst>
            <pc:docMk/>
            <pc:sldMk cId="0" sldId="266"/>
            <ac:spMk id="18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0:29.549" v="237" actId="1035"/>
          <ac:spMkLst>
            <pc:docMk/>
            <pc:sldMk cId="0" sldId="266"/>
            <ac:spMk id="20" creationId="{00000000-0000-0000-0000-000000000000}"/>
          </ac:spMkLst>
        </pc:spChg>
        <pc:picChg chg="mod">
          <ac:chgData name="Aryan Mohan" userId="77a2dff1-d756-46e3-a0b9-082fc1d2bd17" providerId="ADAL" clId="{E2654676-0C05-4358-BE33-21987F7BEE9B}" dt="2026-02-06T18:40:29.549" v="237" actId="1035"/>
          <ac:picMkLst>
            <pc:docMk/>
            <pc:sldMk cId="0" sldId="266"/>
            <ac:picMk id="13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40:29.549" v="237" actId="1035"/>
          <ac:picMkLst>
            <pc:docMk/>
            <pc:sldMk cId="0" sldId="266"/>
            <ac:picMk id="15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40:29.549" v="237" actId="1035"/>
          <ac:picMkLst>
            <pc:docMk/>
            <pc:sldMk cId="0" sldId="266"/>
            <ac:picMk id="17" creationId="{00000000-0000-0000-0000-000000000000}"/>
          </ac:picMkLst>
        </pc:picChg>
        <pc:picChg chg="mod">
          <ac:chgData name="Aryan Mohan" userId="77a2dff1-d756-46e3-a0b9-082fc1d2bd17" providerId="ADAL" clId="{E2654676-0C05-4358-BE33-21987F7BEE9B}" dt="2026-02-06T18:40:29.549" v="237" actId="1035"/>
          <ac:picMkLst>
            <pc:docMk/>
            <pc:sldMk cId="0" sldId="266"/>
            <ac:picMk id="19" creationId="{00000000-0000-0000-0000-000000000000}"/>
          </ac:picMkLst>
        </pc:picChg>
      </pc:sldChg>
      <pc:sldChg chg="delSp modSp del mod">
        <pc:chgData name="Aryan Mohan" userId="77a2dff1-d756-46e3-a0b9-082fc1d2bd17" providerId="ADAL" clId="{E2654676-0C05-4358-BE33-21987F7BEE9B}" dt="2026-02-06T18:42:36.088" v="332" actId="47"/>
        <pc:sldMkLst>
          <pc:docMk/>
          <pc:sldMk cId="0" sldId="269"/>
        </pc:sldMkLst>
        <pc:spChg chg="del">
          <ac:chgData name="Aryan Mohan" userId="77a2dff1-d756-46e3-a0b9-082fc1d2bd17" providerId="ADAL" clId="{E2654676-0C05-4358-BE33-21987F7BEE9B}" dt="2026-02-06T18:41:25.346" v="254" actId="478"/>
          <ac:spMkLst>
            <pc:docMk/>
            <pc:sldMk cId="0" sldId="269"/>
            <ac:spMk id="4" creationId="{00000000-0000-0000-0000-000000000000}"/>
          </ac:spMkLst>
        </pc:spChg>
        <pc:spChg chg="mod">
          <ac:chgData name="Aryan Mohan" userId="77a2dff1-d756-46e3-a0b9-082fc1d2bd17" providerId="ADAL" clId="{E2654676-0C05-4358-BE33-21987F7BEE9B}" dt="2026-02-06T18:41:32.023" v="269" actId="1035"/>
          <ac:spMkLst>
            <pc:docMk/>
            <pc:sldMk cId="0" sldId="269"/>
            <ac:spMk id="5" creationId="{00000000-0000-0000-0000-000000000000}"/>
          </ac:spMkLst>
        </pc:spChg>
      </pc:sldChg>
      <pc:sldChg chg="modSp add del mod setBg">
        <pc:chgData name="Aryan Mohan" userId="77a2dff1-d756-46e3-a0b9-082fc1d2bd17" providerId="ADAL" clId="{E2654676-0C05-4358-BE33-21987F7BEE9B}" dt="2026-02-06T18:42:31.953" v="331" actId="20577"/>
        <pc:sldMkLst>
          <pc:docMk/>
          <pc:sldMk cId="0" sldId="270"/>
        </pc:sldMkLst>
        <pc:spChg chg="mod">
          <ac:chgData name="Aryan Mohan" userId="77a2dff1-d756-46e3-a0b9-082fc1d2bd17" providerId="ADAL" clId="{E2654676-0C05-4358-BE33-21987F7BEE9B}" dt="2026-02-06T18:42:31.953" v="331" actId="20577"/>
          <ac:spMkLst>
            <pc:docMk/>
            <pc:sldMk cId="0" sldId="270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794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972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Docker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GenAI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production patterns and AI deployment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14400" y="1243584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35024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6" name="Text 3"/>
          <p:cNvSpPr/>
          <p:nvPr/>
        </p:nvSpPr>
        <p:spPr>
          <a:xfrm>
            <a:off x="1554480" y="133502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multi-stage builds and image optimization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1847088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914400" y="1901952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993392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0" name="Text 6"/>
          <p:cNvSpPr/>
          <p:nvPr/>
        </p:nvSpPr>
        <p:spPr>
          <a:xfrm>
            <a:off x="1554480" y="199339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security best practices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31520" y="2505456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651760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4" name="Text 9"/>
          <p:cNvSpPr/>
          <p:nvPr/>
        </p:nvSpPr>
        <p:spPr>
          <a:xfrm>
            <a:off x="1554480" y="26517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resources and performance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31520" y="3163824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914400" y="3218688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310128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8" name="Text 12"/>
          <p:cNvSpPr/>
          <p:nvPr/>
        </p:nvSpPr>
        <p:spPr>
          <a:xfrm>
            <a:off x="1554480" y="331012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GenAI applications with Ollama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31520" y="3822192"/>
            <a:ext cx="768096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914400" y="3877056"/>
            <a:ext cx="457200" cy="457200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968496"/>
            <a:ext cx="274320" cy="274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2" name="Text 15"/>
          <p:cNvSpPr/>
          <p:nvPr/>
        </p:nvSpPr>
        <p:spPr>
          <a:xfrm>
            <a:off x="1554480" y="396849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production-ready Docker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Image Optimization Matters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Deployments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Savings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03504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Speed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24612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01168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bandwidth costs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371600" y="361188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6576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1168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CI/CD pipelines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1371600" y="402336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0690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01168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security posture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1371600" y="443484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4805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01168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resource utilization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1371600" cy="1371600"/>
          </a:xfrm>
          <a:prstGeom prst="ellipse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25880"/>
            <a:ext cx="914400" cy="9144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5" name="Text 2"/>
          <p:cNvSpPr/>
          <p:nvPr/>
        </p:nvSpPr>
        <p:spPr>
          <a:xfrm>
            <a:off x="274320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one stage, run in another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0" y="1828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build dependencies from runtime dependencies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931920" cy="4572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Single-Stage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build tools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included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image size (500MB+)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vulnerabilities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274320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63440" y="2743200"/>
            <a:ext cx="3931920" cy="45720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66344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Multi-Stage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937760" y="33832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tools in final image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compiled binaries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size (15MB)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attack surface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498080" cy="31394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stage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golang:1.21-alpine AS builder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go build -o server main.go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Runtime stage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alpine:latest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--from=builder /app/server 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["./server"]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Optimization Techniques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37160" cy="7772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Alpine Base Images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Linux distro - 5MB vs 100MB+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801368"/>
            <a:ext cx="7132320" cy="256032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88720" y="1847088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python:3.9-alpine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137160" cy="7772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Layers Wisely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1480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first, code last for caching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2670048"/>
            <a:ext cx="7132320" cy="256032"/>
          </a:xfrm>
          <a:prstGeom prst="rect">
            <a:avLst/>
          </a:prstGeom>
          <a:solidFill>
            <a:srgbClr val="1C7293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88720" y="2715768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-&gt; RUN pip install -&gt; COPY code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137160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9728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Layers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3200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RUN commands with &amp;&amp;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3538728"/>
            <a:ext cx="7132320" cy="256032"/>
          </a:xfrm>
          <a:prstGeom prst="rect">
            <a:avLst/>
          </a:prstGeom>
          <a:solidFill>
            <a:srgbClr val="02C39A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188720" y="3584448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apt-get update &amp;&amp; apt-get install -y pkg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137160" cy="7772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972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.dockerignore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11480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unnecessary files from build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97280" y="4407408"/>
            <a:ext cx="7132320" cy="256032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188720" y="4453128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.git/,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/, *.log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Best Practices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130" y="1219200"/>
            <a:ext cx="815340" cy="815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24100" y="125577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not optional in production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230886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31520" y="2308860"/>
            <a:ext cx="109728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31520" y="23637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011680" y="23637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non-root user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94960" y="236372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appuser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738628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31520" y="2738628"/>
            <a:ext cx="109728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31520" y="27934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11680" y="27934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vulnerabilities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394960" y="27934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scan myimage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1520" y="3168396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31520" y="3168396"/>
            <a:ext cx="1097280" cy="3840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31520" y="32232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011680" y="32232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specific image tags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394960" y="32232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node:18.17.0-alpine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3598164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31520" y="3598164"/>
            <a:ext cx="1097280" cy="3840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31520" y="3653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011680" y="36530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installed packages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94960" y="36530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install what’s needed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31520" y="4027932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731520" y="4027932"/>
            <a:ext cx="109728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731520" y="40827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011680" y="40827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base images updated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394960" y="408279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Regularly rebuild images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31520" y="4457700"/>
            <a:ext cx="7680960" cy="3840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731520" y="4457700"/>
            <a:ext cx="1097280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731520" y="45125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011680" y="45125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store secrets in images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394960" y="45125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environment variables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87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60320" y="1417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CPU, memory, and I/O usage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14400" y="2468880"/>
            <a:ext cx="7315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188720" y="2560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Limits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2542032"/>
            <a:ext cx="4754880" cy="265176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337560" y="2569464"/>
            <a:ext cx="4480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-m 512m myapp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200400" y="2852928"/>
            <a:ext cx="4754880" cy="228600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337560" y="2871216"/>
            <a:ext cx="4480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Compose: memory: 512M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914400" y="3246120"/>
            <a:ext cx="73152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188720" y="3337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Limits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00400" y="3319272"/>
            <a:ext cx="4754880" cy="265176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337560" y="3346704"/>
            <a:ext cx="4480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--cpus='1.5' myapp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00400" y="3630168"/>
            <a:ext cx="4754880" cy="228600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337560" y="3648456"/>
            <a:ext cx="4480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Compose: cpus: '1.5'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14400" y="4023360"/>
            <a:ext cx="7315200" cy="8915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188720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Limits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200400" y="4096512"/>
            <a:ext cx="4754880" cy="265176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337560" y="4123944"/>
            <a:ext cx="4480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-m 1g --cpus='2.0' myapp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0" y="4407408"/>
            <a:ext cx="4754880" cy="393192"/>
          </a:xfrm>
          <a:prstGeom prst="rect">
            <a:avLst/>
          </a:prstGeom>
          <a:solidFill>
            <a:srgbClr val="065A82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337560" y="4486656"/>
            <a:ext cx="4480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Compose: memory: 1G</a:t>
            </a:r>
            <a:endParaRPr lang="en-US" sz="1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cpus: '2.0'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+ Docker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249680"/>
            <a:ext cx="960120" cy="960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36520" y="1249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AI models locally in containers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025140" y="16840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Portable, reproducible AI deployments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243078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4765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24765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environment across dev/prod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371600" y="284226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8879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011680" y="28879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deployment and scaling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1371600" y="325374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29946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011680" y="32994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from host system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1371600" y="366522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71094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011680" y="37109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models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1371600" y="407670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12242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011680" y="41224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 and limits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1371600" y="4488180"/>
            <a:ext cx="64008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533900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011680" y="45339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dependency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Ollama: Local AI Made Easy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1887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90800" y="140208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large language models on your own infrastructure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31520" y="2664105"/>
            <a:ext cx="1920240" cy="143835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9260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31520" y="37490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API and CLI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788920" y="2664105"/>
            <a:ext cx="1920240" cy="143835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9260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8892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2788920" y="37490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local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846320" y="2664105"/>
            <a:ext cx="1920240" cy="143835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29260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4632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846320" y="37490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models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903720" y="2664105"/>
            <a:ext cx="1920240" cy="143835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292608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03720" y="3474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903720" y="37490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model support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1828800" y="4244340"/>
            <a:ext cx="5486400" cy="548640"/>
          </a:xfrm>
          <a:prstGeom prst="rect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5"/>
          <p:cNvSpPr/>
          <p:nvPr/>
        </p:nvSpPr>
        <p:spPr>
          <a:xfrm>
            <a:off x="1828800" y="43815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Models: Llama 3.2, Mistral, </a:t>
            </a:r>
            <a:r>
              <a:rPr lang="en-US" sz="1400" i="1" dirty="0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CodeLlama</a:t>
            </a:r>
            <a:r>
              <a:rPr lang="en-US" sz="14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Phi-3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/>
          <p:cNvSpPr/>
          <p:nvPr/>
        </p:nvSpPr>
        <p:spPr>
          <a:xfrm>
            <a:off x="914400" y="1120983"/>
            <a:ext cx="7246620" cy="2594189"/>
          </a:xfrm>
          <a:prstGeom prst="rect">
            <a:avLst/>
          </a:prstGeom>
          <a:solidFill>
            <a:srgbClr val="000000"/>
          </a:solidFill>
          <a:ln w="381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with Docker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303864"/>
            <a:ext cx="1828800" cy="914400"/>
          </a:xfrm>
          <a:prstGeom prst="rect">
            <a:avLst/>
          </a:prstGeom>
          <a:solidFill>
            <a:srgbClr val="DBEAFE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71600" y="148674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1761064"/>
            <a:ext cx="9144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0" y="1303864"/>
            <a:ext cx="1828800" cy="914400"/>
          </a:xfrm>
          <a:prstGeom prst="rect">
            <a:avLst/>
          </a:prstGeom>
          <a:solidFill>
            <a:srgbClr val="D1FAE5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0" y="148674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2235198"/>
            <a:ext cx="0" cy="45720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0" y="2675464"/>
            <a:ext cx="1828800" cy="914400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0" y="285834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85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60893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828800" y="380661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anywhere Docker runs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080933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28800" y="412665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host system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400973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4669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update and rollback</a:t>
            </a:r>
            <a:endParaRPr lang="en-US" sz="14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721013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28800" y="4766733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environments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Checklist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93192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44752"/>
            <a:ext cx="3931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202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240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1460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560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tagging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84632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4846320" y="1371600"/>
            <a:ext cx="393192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/>
          <p:nvPr/>
        </p:nvSpPr>
        <p:spPr>
          <a:xfrm>
            <a:off x="4846320" y="1444752"/>
            <a:ext cx="3931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87452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86400" y="19202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19456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86400" y="2240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514600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486400" y="25603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policies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640080" y="32004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4"/>
          <p:cNvSpPr/>
          <p:nvPr/>
        </p:nvSpPr>
        <p:spPr>
          <a:xfrm>
            <a:off x="640080" y="3200400"/>
            <a:ext cx="393192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5"/>
          <p:cNvSpPr/>
          <p:nvPr/>
        </p:nvSpPr>
        <p:spPr>
          <a:xfrm>
            <a:off x="640080" y="3273552"/>
            <a:ext cx="3931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8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03320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280160" y="3749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CPU/memory limits</a:t>
            </a:r>
            <a:endParaRPr lang="en-US" sz="13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23360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280160" y="4069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3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43400"/>
            <a:ext cx="256032" cy="25603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1280160" y="4389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policies</a:t>
            </a:r>
            <a:endParaRPr lang="en-US" sz="1300" dirty="0"/>
          </a:p>
        </p:txBody>
      </p:sp>
      <p:sp>
        <p:nvSpPr>
          <p:cNvPr id="30" name="Shape 19"/>
          <p:cNvSpPr/>
          <p:nvPr/>
        </p:nvSpPr>
        <p:spPr>
          <a:xfrm>
            <a:off x="4846320" y="32004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0"/>
          <p:cNvSpPr/>
          <p:nvPr/>
        </p:nvSpPr>
        <p:spPr>
          <a:xfrm>
            <a:off x="4846320" y="3200400"/>
            <a:ext cx="3931920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1"/>
          <p:cNvSpPr/>
          <p:nvPr/>
        </p:nvSpPr>
        <p:spPr>
          <a:xfrm>
            <a:off x="4846320" y="3273552"/>
            <a:ext cx="3931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8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703320"/>
            <a:ext cx="256032" cy="25603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486400" y="37490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configured</a:t>
            </a:r>
            <a:endParaRPr lang="en-US" sz="13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023360"/>
            <a:ext cx="256032" cy="256032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5486400" y="4069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collection</a:t>
            </a:r>
            <a:endParaRPr lang="en-US" sz="13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343400"/>
            <a:ext cx="256032" cy="25603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5486400" y="4389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setup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1887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AI-Powered Applications!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 on completing the Docker Course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533</Words>
  <Application>Microsoft Office PowerPoint</Application>
  <PresentationFormat>On-screen Show (16:9)</PresentationFormat>
  <Paragraphs>159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Docker with GenAI</dc:title>
  <dc:subject>PptxGenJS Presentation</dc:subject>
  <dc:creator>Docker Training Program</dc:creator>
  <cp:lastModifiedBy>KubeCraft Technologies</cp:lastModifiedBy>
  <cp:revision>1</cp:revision>
  <dcterms:created xsi:type="dcterms:W3CDTF">2026-02-06T17:56:07Z</dcterms:created>
  <dcterms:modified xsi:type="dcterms:W3CDTF">2026-02-21T17:24:21Z</dcterms:modified>
</cp:coreProperties>
</file>