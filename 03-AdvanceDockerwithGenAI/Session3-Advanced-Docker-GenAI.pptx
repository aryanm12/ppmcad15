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59F3F-030A-45CB-8355-223443BFAD5C}" v="6" dt="2026-02-06T18:42:04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ohan" userId="77a2dff1-d756-46e3-a0b9-082fc1d2bd17" providerId="ADAL" clId="{E2654676-0C05-4358-BE33-21987F7BEE9B}"/>
    <pc:docChg chg="undo custSel addSld delSld modSld">
      <pc:chgData name="Aryan Mohan" userId="77a2dff1-d756-46e3-a0b9-082fc1d2bd17" providerId="ADAL" clId="{E2654676-0C05-4358-BE33-21987F7BEE9B}" dt="2026-02-06T18:42:36.088" v="332" actId="47"/>
      <pc:docMkLst>
        <pc:docMk/>
      </pc:docMkLst>
      <pc:sldChg chg="delSp mod">
        <pc:chgData name="Aryan Mohan" userId="77a2dff1-d756-46e3-a0b9-082fc1d2bd17" providerId="ADAL" clId="{E2654676-0C05-4358-BE33-21987F7BEE9B}" dt="2026-02-06T18:33:41.965" v="0" actId="478"/>
        <pc:sldMkLst>
          <pc:docMk/>
          <pc:sldMk cId="0" sldId="256"/>
        </pc:sldMkLst>
        <pc:spChg chg="del">
          <ac:chgData name="Aryan Mohan" userId="77a2dff1-d756-46e3-a0b9-082fc1d2bd17" providerId="ADAL" clId="{E2654676-0C05-4358-BE33-21987F7BEE9B}" dt="2026-02-06T18:33:41.965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Aryan Mohan" userId="77a2dff1-d756-46e3-a0b9-082fc1d2bd17" providerId="ADAL" clId="{E2654676-0C05-4358-BE33-21987F7BEE9B}" dt="2026-02-06T18:34:02.860" v="2" actId="339"/>
        <pc:sldMkLst>
          <pc:docMk/>
          <pc:sldMk cId="0" sldId="257"/>
        </pc:sldMkLst>
        <pc:picChg chg="mod">
          <ac:chgData name="Aryan Mohan" userId="77a2dff1-d756-46e3-a0b9-082fc1d2bd17" providerId="ADAL" clId="{E2654676-0C05-4358-BE33-21987F7BEE9B}" dt="2026-02-06T18:33:54.759" v="1" actId="339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4:02.860" v="2" actId="339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3:54.759" v="1" actId="339"/>
          <ac:picMkLst>
            <pc:docMk/>
            <pc:sldMk cId="0" sldId="257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4:02.860" v="2" actId="339"/>
          <ac:picMkLst>
            <pc:docMk/>
            <pc:sldMk cId="0" sldId="257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3:54.759" v="1" actId="339"/>
          <ac:picMkLst>
            <pc:docMk/>
            <pc:sldMk cId="0" sldId="257"/>
            <ac:picMk id="21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4:28.514" v="7" actId="20577"/>
        <pc:sldMkLst>
          <pc:docMk/>
          <pc:sldMk cId="0" sldId="259"/>
        </pc:sldMkLst>
        <pc:spChg chg="mod">
          <ac:chgData name="Aryan Mohan" userId="77a2dff1-d756-46e3-a0b9-082fc1d2bd17" providerId="ADAL" clId="{E2654676-0C05-4358-BE33-21987F7BEE9B}" dt="2026-02-06T18:34:28.514" v="7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4:22.324" v="4" actId="12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4:24.506" v="5" actId="12"/>
          <ac:spMkLst>
            <pc:docMk/>
            <pc:sldMk cId="0" sldId="259"/>
            <ac:spMk id="1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34:18.848" v="3" actId="339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4:47.052" v="11" actId="14100"/>
        <pc:sldMkLst>
          <pc:docMk/>
          <pc:sldMk cId="0" sldId="260"/>
        </pc:sldMkLst>
        <pc:spChg chg="mod">
          <ac:chgData name="Aryan Mohan" userId="77a2dff1-d756-46e3-a0b9-082fc1d2bd17" providerId="ADAL" clId="{E2654676-0C05-4358-BE33-21987F7BEE9B}" dt="2026-02-06T18:34:47.052" v="11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4:40.545" v="8" actId="404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35:25.950" v="28" actId="20577"/>
        <pc:sldMkLst>
          <pc:docMk/>
          <pc:sldMk cId="0" sldId="261"/>
        </pc:sldMkLst>
        <pc:spChg chg="mod">
          <ac:chgData name="Aryan Mohan" userId="77a2dff1-d756-46e3-a0b9-082fc1d2bd17" providerId="ADAL" clId="{E2654676-0C05-4358-BE33-21987F7BEE9B}" dt="2026-02-06T18:35:00.649" v="12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08.088" v="14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16.263" v="20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20.488" v="24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25.950" v="28" actId="20577"/>
          <ac:spMkLst>
            <pc:docMk/>
            <pc:sldMk cId="0" sldId="261"/>
            <ac:spMk id="26" creationId="{00000000-0000-0000-0000-000000000000}"/>
          </ac:spMkLst>
        </pc:spChg>
      </pc:sldChg>
      <pc:sldChg chg="delSp modSp mod">
        <pc:chgData name="Aryan Mohan" userId="77a2dff1-d756-46e3-a0b9-082fc1d2bd17" providerId="ADAL" clId="{E2654676-0C05-4358-BE33-21987F7BEE9B}" dt="2026-02-06T18:36:54.110" v="93" actId="1035"/>
        <pc:sldMkLst>
          <pc:docMk/>
          <pc:sldMk cId="0" sldId="262"/>
        </pc:sldMkLst>
        <pc:spChg chg="del mod">
          <ac:chgData name="Aryan Mohan" userId="77a2dff1-d756-46e3-a0b9-082fc1d2bd17" providerId="ADAL" clId="{E2654676-0C05-4358-BE33-21987F7BEE9B}" dt="2026-02-06T18:36:45.939" v="81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49.728" v="8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38.746" v="80" actId="31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3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3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3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33.326" v="77" actId="313"/>
          <ac:spMkLst>
            <pc:docMk/>
            <pc:sldMk cId="0" sldId="262"/>
            <ac:spMk id="3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36:28.560" v="74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8:01.679" v="107" actId="1036"/>
        <pc:sldMkLst>
          <pc:docMk/>
          <pc:sldMk cId="0" sldId="263"/>
        </pc:sldMkLst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54.734" v="102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58.561" v="103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01.679" v="107" actId="1036"/>
          <ac:spMkLst>
            <pc:docMk/>
            <pc:sldMk cId="0" sldId="263"/>
            <ac:spMk id="22" creationId="{00000000-0000-0000-0000-000000000000}"/>
          </ac:spMkLst>
        </pc:spChg>
      </pc:sldChg>
      <pc:sldChg chg="delSp modSp mod">
        <pc:chgData name="Aryan Mohan" userId="77a2dff1-d756-46e3-a0b9-082fc1d2bd17" providerId="ADAL" clId="{E2654676-0C05-4358-BE33-21987F7BEE9B}" dt="2026-02-06T18:38:59.451" v="187" actId="1035"/>
        <pc:sldMkLst>
          <pc:docMk/>
          <pc:sldMk cId="0" sldId="264"/>
        </pc:sldMkLst>
        <pc:spChg chg="del mod">
          <ac:chgData name="Aryan Mohan" userId="77a2dff1-d756-46e3-a0b9-082fc1d2bd17" providerId="ADAL" clId="{E2654676-0C05-4358-BE33-21987F7BEE9B}" dt="2026-02-06T18:38:40.417" v="169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49.547" v="172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4.137" v="175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2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38:47.091" v="171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9:34.347" v="207" actId="20577"/>
        <pc:sldMkLst>
          <pc:docMk/>
          <pc:sldMk cId="0" sldId="265"/>
        </pc:sldMkLst>
        <pc:spChg chg="mod">
          <ac:chgData name="Aryan Mohan" userId="77a2dff1-d756-46e3-a0b9-082fc1d2bd17" providerId="ADAL" clId="{E2654676-0C05-4358-BE33-21987F7BEE9B}" dt="2026-02-06T18:39:06.859" v="188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5.442" v="201" actId="103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34.347" v="207" actId="20577"/>
          <ac:spMkLst>
            <pc:docMk/>
            <pc:sldMk cId="0" sldId="265"/>
            <ac:spMk id="22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41:11.778" v="253" actId="14100"/>
        <pc:sldMkLst>
          <pc:docMk/>
          <pc:sldMk cId="0" sldId="266"/>
        </pc:sldMkLst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6.985" v="252" actId="1035"/>
          <ac:spMkLst>
            <pc:docMk/>
            <pc:sldMk cId="0" sldId="266"/>
            <ac:spMk id="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10" creationId="{00000000-0000-0000-0000-000000000000}"/>
          </ac:spMkLst>
        </pc:spChg>
        <pc:spChg chg="mod ord">
          <ac:chgData name="Aryan Mohan" userId="77a2dff1-d756-46e3-a0b9-082fc1d2bd17" providerId="ADAL" clId="{E2654676-0C05-4358-BE33-21987F7BEE9B}" dt="2026-02-06T18:41:11.778" v="253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08.740" v="214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20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9" creationId="{00000000-0000-0000-0000-000000000000}"/>
          </ac:picMkLst>
        </pc:picChg>
      </pc:sldChg>
      <pc:sldChg chg="delSp modSp del mod">
        <pc:chgData name="Aryan Mohan" userId="77a2dff1-d756-46e3-a0b9-082fc1d2bd17" providerId="ADAL" clId="{E2654676-0C05-4358-BE33-21987F7BEE9B}" dt="2026-02-06T18:42:36.088" v="332" actId="47"/>
        <pc:sldMkLst>
          <pc:docMk/>
          <pc:sldMk cId="0" sldId="269"/>
        </pc:sldMkLst>
        <pc:spChg chg="del">
          <ac:chgData name="Aryan Mohan" userId="77a2dff1-d756-46e3-a0b9-082fc1d2bd17" providerId="ADAL" clId="{E2654676-0C05-4358-BE33-21987F7BEE9B}" dt="2026-02-06T18:41:25.346" v="254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32.023" v="269" actId="1035"/>
          <ac:spMkLst>
            <pc:docMk/>
            <pc:sldMk cId="0" sldId="269"/>
            <ac:spMk id="5" creationId="{00000000-0000-0000-0000-000000000000}"/>
          </ac:spMkLst>
        </pc:spChg>
      </pc:sldChg>
      <pc:sldChg chg="modSp add del mod setBg">
        <pc:chgData name="Aryan Mohan" userId="77a2dff1-d756-46e3-a0b9-082fc1d2bd17" providerId="ADAL" clId="{E2654676-0C05-4358-BE33-21987F7BEE9B}" dt="2026-02-06T18:42:31.953" v="331" actId="20577"/>
        <pc:sldMkLst>
          <pc:docMk/>
          <pc:sldMk cId="0" sldId="270"/>
        </pc:sldMkLst>
        <pc:spChg chg="mod">
          <ac:chgData name="Aryan Mohan" userId="77a2dff1-d756-46e3-a0b9-082fc1d2bd17" providerId="ADAL" clId="{E2654676-0C05-4358-BE33-21987F7BEE9B}" dt="2026-02-06T18:42:31.953" v="331" actId="20577"/>
          <ac:spMkLst>
            <pc:docMk/>
            <pc:sldMk cId="0" sldId="27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79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Docker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GenAI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production patterns and AI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243584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3502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 3"/>
          <p:cNvSpPr/>
          <p:nvPr/>
        </p:nvSpPr>
        <p:spPr>
          <a:xfrm>
            <a:off x="155448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multi-stage builds and image optimization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184708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93392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 6"/>
          <p:cNvSpPr/>
          <p:nvPr/>
        </p:nvSpPr>
        <p:spPr>
          <a:xfrm>
            <a:off x="155448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security best practices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" y="250545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9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resources and performance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520" y="3163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8" name="Text 12"/>
          <p:cNvSpPr/>
          <p:nvPr/>
        </p:nvSpPr>
        <p:spPr>
          <a:xfrm>
            <a:off x="1554480" y="3310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GenAI applications with Ollama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1520" y="3822192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14400" y="3877056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68496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2" name="Text 15"/>
          <p:cNvSpPr/>
          <p:nvPr/>
        </p:nvSpPr>
        <p:spPr>
          <a:xfrm>
            <a:off x="1554480" y="39684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production-ready Docker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Optimization Matters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Savings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Speed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2461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01168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bandwidth costs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6576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CI/CD pipelines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0690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 posture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1371600" y="443484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4805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1168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371600" cy="13716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25880"/>
            <a:ext cx="914400" cy="9144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2743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one stage, run in another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build dependencies from runtime dependencies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93192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Single-Stage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build tools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included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image size (500MB+)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74320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63440" y="274320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66344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Multi-Stage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37760" y="33832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tools in final image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compiled binaries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size (15MB)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attack surface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98080" cy="3139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golang:1.21-alpine AS builder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go build -o server main.go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 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alpine:latest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/app/server 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["./server"]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37160" cy="7772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Alpine Base Images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Linux distro - 5MB vs 100MB+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01368"/>
            <a:ext cx="7132320" cy="256032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37160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Layers Wisely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first, code last for caching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670048"/>
            <a:ext cx="7132320" cy="256032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88720" y="271576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-&gt; RUN pip install -&gt; COPY code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137160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Layers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RUN commands with &amp;&amp;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538728"/>
            <a:ext cx="7132320" cy="256032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188720" y="358444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apt-get install -y pkg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137160" cy="7772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1148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unnecessary files from build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4407408"/>
            <a:ext cx="7132320" cy="256032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88720" y="445312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.git/,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/, *.log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" y="1219200"/>
            <a:ext cx="815340" cy="815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100" y="125577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optional in production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230886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31520" y="2308860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23637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11680" y="23637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 user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94960" y="23637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738628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31520" y="2738628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27934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27934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vulnerabilities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94960" y="27934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scan myimage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168396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31520" y="3168396"/>
            <a:ext cx="109728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31520" y="32232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11680" y="32232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image tags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94960" y="32232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node:18.17.0-alpine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598164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31520" y="3598164"/>
            <a:ext cx="109728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31520" y="3653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011680" y="36530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installed packages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94960" y="36530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install what’s needed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4027932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31520" y="4027932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31520" y="40827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011680" y="40827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base images updated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94960" y="40827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Regularly rebuild images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" y="445770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31520" y="4457700"/>
            <a:ext cx="109728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31520" y="45125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011680" y="45125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store secrets in images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394960" y="45125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environment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417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CPU, memory, and I/O usage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246888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8872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2542032"/>
            <a:ext cx="4754880" cy="26517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337560" y="2569464"/>
            <a:ext cx="4480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-m 512m myapp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2852928"/>
            <a:ext cx="4754880" cy="22860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337560" y="2871216"/>
            <a:ext cx="4480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Compose: memory: 512M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914400" y="324612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8872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0" y="3319272"/>
            <a:ext cx="4754880" cy="26517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337560" y="3346704"/>
            <a:ext cx="4480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--cpus='1.5' myapp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0" y="3630168"/>
            <a:ext cx="4754880" cy="22860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337560" y="3648456"/>
            <a:ext cx="4480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Compose: cpus: '1.5'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" y="4023360"/>
            <a:ext cx="7315200" cy="8915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8872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Limits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00400" y="4096512"/>
            <a:ext cx="4754880" cy="26517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337560" y="4123944"/>
            <a:ext cx="4480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-m 1g --cpus='2.0' myapp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0" y="4407408"/>
            <a:ext cx="4754880" cy="393192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337560" y="4486656"/>
            <a:ext cx="4480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Compose: memory: 1G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cpus: '2.0'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Docker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4968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36520" y="1249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models locally in containers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025140" y="16840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reproducible AI deployments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24307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4765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765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environment across dev/prod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0" y="284226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879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11680" y="28879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 and scaling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371600" y="325374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2994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11680" y="3299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from host system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371600" y="366522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7109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11680" y="37109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models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1371600" y="407670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12242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11680" y="41224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and limits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1371600" y="44881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53390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011680" y="45339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dependency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Local AI Made Easy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887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0800" y="14020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large language models on your own infrastructure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926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API and CLI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889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9260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89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7889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local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463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9260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463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8463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models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9037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9260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9037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 support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1828800" y="4244340"/>
            <a:ext cx="5486400" cy="54864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1828800" y="43815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Models: Llama 3.2, Mistral, </a:t>
            </a:r>
            <a:r>
              <a:rPr lang="en-US" sz="1400" i="1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CodeLlama</a:t>
            </a: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Phi-3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914400" y="1120983"/>
            <a:ext cx="7246620" cy="2594189"/>
          </a:xfrm>
          <a:prstGeom prst="rect">
            <a:avLst/>
          </a:prstGeom>
          <a:solidFill>
            <a:srgbClr val="000000"/>
          </a:solidFill>
          <a:ln w="381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with Docker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03864"/>
            <a:ext cx="1828800" cy="91440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14867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1761064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0" y="1303864"/>
            <a:ext cx="1828800" cy="91440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0" y="14867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2235198"/>
            <a:ext cx="0" cy="45720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0" y="2675464"/>
            <a:ext cx="1828800" cy="91440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0" y="28583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85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60893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28800" y="380661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 Docker runs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80933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41266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host system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400973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4669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 and rollback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721013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476673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environments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Checklist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560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tagging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84632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4846320" y="13716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4846320" y="14447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87452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0" y="1920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9456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8640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5146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86400" y="2560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policies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40080" y="32004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4"/>
          <p:cNvSpPr/>
          <p:nvPr/>
        </p:nvSpPr>
        <p:spPr>
          <a:xfrm>
            <a:off x="640080" y="32004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5"/>
          <p:cNvSpPr/>
          <p:nvPr/>
        </p:nvSpPr>
        <p:spPr>
          <a:xfrm>
            <a:off x="640080" y="32735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8016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limits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8016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3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28016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policies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0"/>
          <p:cNvSpPr/>
          <p:nvPr/>
        </p:nvSpPr>
        <p:spPr>
          <a:xfrm>
            <a:off x="4846320" y="32004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1"/>
          <p:cNvSpPr/>
          <p:nvPr/>
        </p:nvSpPr>
        <p:spPr>
          <a:xfrm>
            <a:off x="4846320" y="32735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03320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48640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configured</a:t>
            </a:r>
            <a:endParaRPr lang="en-US" sz="13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23360"/>
            <a:ext cx="256032" cy="25603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48640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</a:t>
            </a:r>
            <a:endParaRPr lang="en-US" sz="13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343400"/>
            <a:ext cx="256032" cy="25603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48640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setup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AI-Powered Applications!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on completing the Docker Course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533</Words>
  <Application>Microsoft Office PowerPoint</Application>
  <PresentationFormat>On-screen Show (16:9)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Docker with GenAI</dc:title>
  <dc:subject>PptxGenJS Presentation</dc:subject>
  <dc:creator>Docker Training Program</dc:creator>
  <cp:lastModifiedBy>Aryan Mohan</cp:lastModifiedBy>
  <cp:revision>1</cp:revision>
  <dcterms:created xsi:type="dcterms:W3CDTF">2026-02-06T17:56:07Z</dcterms:created>
  <dcterms:modified xsi:type="dcterms:W3CDTF">2026-02-06T18:42:37Z</dcterms:modified>
</cp:coreProperties>
</file>