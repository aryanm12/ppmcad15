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1798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&amp; Multi-Environment Infrastructure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Code, Multiple Deployments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problem: code duplication across environments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module structure: main.tf, variables.tf, outputs.tf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reusable VPC, EC2, and S3 modules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modules together in root configuration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identical infrastructure to dev, qa, prod with different variables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Code Duplication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modules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Copy-paste VPC code for dev, qa, prod = 3 copies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bug fix = apply to 3 places (easy to miss one)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maintain: changes scatter across files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Violates DRY principle (Don't Repeat Yourself)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drift: dev and prod VPCs gradually diverge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Modules! Write once, use many times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Modules?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packages of Terraform code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= Package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with main.tf, variables.tf, outputs.tf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Self-contained: VPC, EC2, S3 each get own module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Inputs: variables (configurable)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Outputs: expose resource attributes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call modules from root configuration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in programming: take inputs, return outputs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packages: npm install, then use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images: pull, configure, run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modules: define, parameterize, deploy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Structure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goes in a module directory?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main.tf: resource definitions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variables.tf: input variables (configurable)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outputs.tf: expose values to caller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README.md: documentation (optional but recommended)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modules/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vpc/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main.tf, variables.tf, outputs.tf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ec2/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main.tf, variables.tf, outputs.tf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s3/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main.tf, variables.tf, outputs.tf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Example: VPC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726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modules/vpc/main.tf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"aws_vpc" "main" {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cidr_block = var.cidr_block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= { Name = var.name 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"aws_subnet" "public" {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vpc_id            = aws_vpc.main.id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cidr_block        = var.public_subnet_cidr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availability_zone = var.availability_zone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modules/vpc/variables.tf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"name" { type = string 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"cidr_block" { type = string 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"public_subnet_cidr" { type = string 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"availability_zone" { type = string 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modules/vpc/outputs.tf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"vpc_id" { value = aws_vpc.main.id 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"subnet_id" { value = aws_subnet.public.id }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Example: EC2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90144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550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modules/ec2/main.tf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"aws_instance" "main" {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ami           = var.ami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instance_type = var.instance_type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subnet_id     = var.subnet_id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= { Name = var.name }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modules/ec2/variables.tf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"name" { type = string }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"ami" { type = string }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"instance_type" { type = string }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"subnet_id" { type = string }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modules/ec2/outputs.tf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"instance_id" { value = aws_instance.main.id }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"private_ip" { value = aws_instance.main.private_ip }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Example: S3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726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modules/s3/main.tf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"aws_s3_bucket" "main" {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bucket = var.bucket_name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= { Name = var.name 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"aws_s3_bucket_versioning" "main" {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bucket = aws_s3_bucket.main.id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versioning_configuration {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 = var.enable_versioning ? "Enabled" : "Suspended"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modules/s3/variables.tf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"name" { type = string 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"bucket_name" { type = string 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"enable_versioning" { type = bool; default = false 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modules/s3/outputs.tf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"bucket_id" { value = aws_s3_bucket.main.id }</a:t>
            </a:r>
            <a:endParaRPr lang="en-US" sz="8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"bucket_arn" { value = aws_s3_bucket.main.arn }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Configuration: Wire Modules Together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95478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726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main.tf (root)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"vpc" {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                = "./modules/vpc"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        = "${var.environment}-vpc"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cidr_block            = "10.0.0.0/16"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public_subnet_cidr    = "10.0.1.0/24"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availability_zone     = "us-east-1a"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"ec2" {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        = "./modules/ec2"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= "${var.environment}-server"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ami           = data.aws_ami.ubuntu.id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instance_type = var.environment == "prod" ? "t2.large" : "t2.micro"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subnet_id     = module.vpc.subnet_id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"s3" {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             = "./modules/s3"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     = "${var.environment}-bucket"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bucket_name        = "my-app-${var.environment}-bucket"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enable_versioning  = var.environment == "prod"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Multi-Environment Pattern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identical code to dev, qa, prod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  <a:buSzPct val="100000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structure:</a:t>
            </a:r>
            <a:endParaRPr lang="en-US" sz="1200" dirty="0"/>
          </a:p>
          <a:p>
            <a:pPr marL="171450" indent="-1714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modules/ (VPC, EC2, S3)</a:t>
            </a:r>
            <a:endParaRPr lang="en-US" sz="120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specific folders like dev, </a:t>
            </a:r>
            <a:r>
              <a:rPr lang="en-US" sz="12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prod with </a:t>
            </a:r>
          </a:p>
          <a:p>
            <a:pPr marL="628650" lvl="1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main.tf, provider.tf (shared root config)</a:t>
            </a:r>
          </a:p>
          <a:p>
            <a:pPr marL="628650" lvl="1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dev.tfvars</a:t>
            </a: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(dev inputs: t2.micro, no versioning) inside dev folder</a:t>
            </a:r>
            <a:endParaRPr lang="en-US" sz="1200" dirty="0"/>
          </a:p>
          <a:p>
            <a:pPr marL="628650" lvl="1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qa.tfvars</a:t>
            </a: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2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inputs: t2.small, versioning on) inside </a:t>
            </a:r>
            <a:r>
              <a:rPr lang="en-US" sz="12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folder</a:t>
            </a:r>
            <a:endParaRPr lang="en-US" sz="1200" dirty="0"/>
          </a:p>
          <a:p>
            <a:pPr marL="628650" lvl="1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prod.tfvars</a:t>
            </a: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(prod inputs: t2.large, versioning on) inside prod folder</a:t>
            </a:r>
            <a:endParaRPr lang="en-US" sz="1200" dirty="0"/>
          </a:p>
          <a:p>
            <a:pPr marL="171450" indent="-1714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dev: cd dev; terraform apply -var-file=dev.tfvars</a:t>
            </a:r>
            <a:endParaRPr lang="en-US" sz="1200" dirty="0"/>
          </a:p>
          <a:p>
            <a:pPr marL="171450" indent="-1714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qa:  cd </a:t>
            </a:r>
            <a:r>
              <a:rPr lang="en-US" sz="12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terraform apply -var-file=qa.tfvars</a:t>
            </a:r>
            <a:endParaRPr lang="en-US" sz="1200" dirty="0"/>
          </a:p>
          <a:p>
            <a:pPr marL="171450" indent="-1714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prod: cd prod; terraform apply -var-file=prod.tfvars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dev.tfvars vs prod.tfvars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dev.tfvars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         = "dev"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instance_type       = "t2.micro"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enable_versioning   = false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enable_nat_gateway  = false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prod.tfvars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         = "prod"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instance_type       = "t2.large"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enable_versioning   = true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enable_nat_gateway  = true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Both use the SAME code (main.tf, modules/)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Only variables change!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principle in action: one code, many deployments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Best Practices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 for maintainable modules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your modules: tag releases (v1.0, v1.1, v2.0)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semantic versioning: MAJOR.MINOR.PATCH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inputs/outputs in README.md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modules focused: one responsibility (VPC, EC2, S3)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Terraform Registry to share public modules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required_version and provider version constraints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modules before using in production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hardcode values; always use variables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22682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984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1333</Words>
  <Application>Microsoft Office PowerPoint</Application>
  <PresentationFormat>On-screen Show (16:9)</PresentationFormat>
  <Paragraphs>182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KubeCraft Technologies</cp:lastModifiedBy>
  <cp:revision>10</cp:revision>
  <dcterms:created xsi:type="dcterms:W3CDTF">2026-03-26T21:11:56Z</dcterms:created>
  <dcterms:modified xsi:type="dcterms:W3CDTF">2026-05-15T19:35:47Z</dcterms:modified>
</cp:coreProperties>
</file>