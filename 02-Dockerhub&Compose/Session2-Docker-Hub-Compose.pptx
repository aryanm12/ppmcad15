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C0FCA6-EB81-49A3-B35A-23660FBEB219}" v="2" dt="2026-02-06T18:24:41.7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 Mohan" userId="77a2dff1-d756-46e3-a0b9-082fc1d2bd17" providerId="ADAL" clId="{E2654676-0C05-4358-BE33-21987F7BEE9B}"/>
    <pc:docChg chg="custSel addSld modSld">
      <pc:chgData name="Aryan Mohan" userId="77a2dff1-d756-46e3-a0b9-082fc1d2bd17" providerId="ADAL" clId="{E2654676-0C05-4358-BE33-21987F7BEE9B}" dt="2026-02-06T18:31:24.294" v="412" actId="14100"/>
      <pc:docMkLst>
        <pc:docMk/>
      </pc:docMkLst>
      <pc:sldChg chg="delSp mod">
        <pc:chgData name="Aryan Mohan" userId="77a2dff1-d756-46e3-a0b9-082fc1d2bd17" providerId="ADAL" clId="{E2654676-0C05-4358-BE33-21987F7BEE9B}" dt="2026-02-06T17:59:24.173" v="0" actId="478"/>
        <pc:sldMkLst>
          <pc:docMk/>
          <pc:sldMk cId="0" sldId="256"/>
        </pc:sldMkLst>
        <pc:spChg chg="del">
          <ac:chgData name="Aryan Mohan" userId="77a2dff1-d756-46e3-a0b9-082fc1d2bd17" providerId="ADAL" clId="{E2654676-0C05-4358-BE33-21987F7BEE9B}" dt="2026-02-06T17:59:24.173" v="0" actId="478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Aryan Mohan" userId="77a2dff1-d756-46e3-a0b9-082fc1d2bd17" providerId="ADAL" clId="{E2654676-0C05-4358-BE33-21987F7BEE9B}" dt="2026-02-06T17:59:45.035" v="4" actId="20577"/>
        <pc:sldMkLst>
          <pc:docMk/>
          <pc:sldMk cId="0" sldId="257"/>
        </pc:sldMkLst>
        <pc:spChg chg="mod">
          <ac:chgData name="Aryan Mohan" userId="77a2dff1-d756-46e3-a0b9-082fc1d2bd17" providerId="ADAL" clId="{E2654676-0C05-4358-BE33-21987F7BEE9B}" dt="2026-02-06T17:59:45.035" v="4" actId="20577"/>
          <ac:spMkLst>
            <pc:docMk/>
            <pc:sldMk cId="0" sldId="257"/>
            <ac:spMk id="22" creationId="{00000000-0000-0000-0000-000000000000}"/>
          </ac:spMkLst>
        </pc:spChg>
      </pc:sldChg>
      <pc:sldChg chg="modSp mod">
        <pc:chgData name="Aryan Mohan" userId="77a2dff1-d756-46e3-a0b9-082fc1d2bd17" providerId="ADAL" clId="{E2654676-0C05-4358-BE33-21987F7BEE9B}" dt="2026-02-06T17:59:52.294" v="8" actId="14100"/>
        <pc:sldMkLst>
          <pc:docMk/>
          <pc:sldMk cId="0" sldId="258"/>
        </pc:sldMkLst>
        <pc:spChg chg="mod">
          <ac:chgData name="Aryan Mohan" userId="77a2dff1-d756-46e3-a0b9-082fc1d2bd17" providerId="ADAL" clId="{E2654676-0C05-4358-BE33-21987F7BEE9B}" dt="2026-02-06T17:59:52.294" v="8" actId="14100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Aryan Mohan" userId="77a2dff1-d756-46e3-a0b9-082fc1d2bd17" providerId="ADAL" clId="{E2654676-0C05-4358-BE33-21987F7BEE9B}" dt="2026-02-06T18:01:53.931" v="10" actId="12"/>
        <pc:sldMkLst>
          <pc:docMk/>
          <pc:sldMk cId="0" sldId="259"/>
        </pc:sldMkLst>
        <pc:spChg chg="mod">
          <ac:chgData name="Aryan Mohan" userId="77a2dff1-d756-46e3-a0b9-082fc1d2bd17" providerId="ADAL" clId="{E2654676-0C05-4358-BE33-21987F7BEE9B}" dt="2026-02-06T18:01:34.998" v="9" actId="12"/>
          <ac:spMkLst>
            <pc:docMk/>
            <pc:sldMk cId="0" sldId="259"/>
            <ac:spMk id="6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1:53.931" v="10" actId="12"/>
          <ac:spMkLst>
            <pc:docMk/>
            <pc:sldMk cId="0" sldId="259"/>
            <ac:spMk id="10" creationId="{00000000-0000-0000-0000-000000000000}"/>
          </ac:spMkLst>
        </pc:spChg>
      </pc:sldChg>
      <pc:sldChg chg="modSp mod">
        <pc:chgData name="Aryan Mohan" userId="77a2dff1-d756-46e3-a0b9-082fc1d2bd17" providerId="ADAL" clId="{E2654676-0C05-4358-BE33-21987F7BEE9B}" dt="2026-02-06T18:02:11.349" v="22" actId="1035"/>
        <pc:sldMkLst>
          <pc:docMk/>
          <pc:sldMk cId="0" sldId="260"/>
        </pc:sldMkLst>
        <pc:spChg chg="mod">
          <ac:chgData name="Aryan Mohan" userId="77a2dff1-d756-46e3-a0b9-082fc1d2bd17" providerId="ADAL" clId="{E2654676-0C05-4358-BE33-21987F7BEE9B}" dt="2026-02-06T18:02:11.349" v="22" actId="1035"/>
          <ac:spMkLst>
            <pc:docMk/>
            <pc:sldMk cId="0" sldId="260"/>
            <ac:spMk id="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2:03.307" v="15" actId="20577"/>
          <ac:spMkLst>
            <pc:docMk/>
            <pc:sldMk cId="0" sldId="260"/>
            <ac:spMk id="23" creationId="{00000000-0000-0000-0000-000000000000}"/>
          </ac:spMkLst>
        </pc:spChg>
      </pc:sldChg>
      <pc:sldChg chg="modSp mod">
        <pc:chgData name="Aryan Mohan" userId="77a2dff1-d756-46e3-a0b9-082fc1d2bd17" providerId="ADAL" clId="{E2654676-0C05-4358-BE33-21987F7BEE9B}" dt="2026-02-06T18:03:30.485" v="73" actId="14100"/>
        <pc:sldMkLst>
          <pc:docMk/>
          <pc:sldMk cId="0" sldId="261"/>
        </pc:sldMkLst>
        <pc:spChg chg="mod">
          <ac:chgData name="Aryan Mohan" userId="77a2dff1-d756-46e3-a0b9-082fc1d2bd17" providerId="ADAL" clId="{E2654676-0C05-4358-BE33-21987F7BEE9B}" dt="2026-02-06T18:03:07.060" v="68" actId="14100"/>
          <ac:spMkLst>
            <pc:docMk/>
            <pc:sldMk cId="0" sldId="261"/>
            <ac:spMk id="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2:57.837" v="64" actId="1035"/>
          <ac:spMkLst>
            <pc:docMk/>
            <pc:sldMk cId="0" sldId="261"/>
            <ac:spMk id="15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3:14.380" v="70" actId="1410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3:26.013" v="72" actId="1410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3:10.497" v="69" actId="14100"/>
          <ac:spMkLst>
            <pc:docMk/>
            <pc:sldMk cId="0" sldId="261"/>
            <ac:spMk id="18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3:01.626" v="67" actId="313"/>
          <ac:spMkLst>
            <pc:docMk/>
            <pc:sldMk cId="0" sldId="261"/>
            <ac:spMk id="20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2:57.837" v="64" actId="1035"/>
          <ac:spMkLst>
            <pc:docMk/>
            <pc:sldMk cId="0" sldId="261"/>
            <ac:spMk id="21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2:26.138" v="28" actId="313"/>
          <ac:spMkLst>
            <pc:docMk/>
            <pc:sldMk cId="0" sldId="261"/>
            <ac:spMk id="22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2:57.837" v="64" actId="1035"/>
          <ac:spMkLst>
            <pc:docMk/>
            <pc:sldMk cId="0" sldId="261"/>
            <ac:spMk id="2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2:57.837" v="64" actId="1035"/>
          <ac:spMkLst>
            <pc:docMk/>
            <pc:sldMk cId="0" sldId="261"/>
            <ac:spMk id="26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2:57.837" v="64" actId="1035"/>
          <ac:spMkLst>
            <pc:docMk/>
            <pc:sldMk cId="0" sldId="261"/>
            <ac:spMk id="28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2:57.837" v="64" actId="1035"/>
          <ac:spMkLst>
            <pc:docMk/>
            <pc:sldMk cId="0" sldId="261"/>
            <ac:spMk id="29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2:57.837" v="64" actId="1035"/>
          <ac:spMkLst>
            <pc:docMk/>
            <pc:sldMk cId="0" sldId="261"/>
            <ac:spMk id="30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3:20.729" v="71" actId="14100"/>
          <ac:spMkLst>
            <pc:docMk/>
            <pc:sldMk cId="0" sldId="261"/>
            <ac:spMk id="31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3:30.485" v="73" actId="14100"/>
          <ac:spMkLst>
            <pc:docMk/>
            <pc:sldMk cId="0" sldId="261"/>
            <ac:spMk id="32" creationId="{00000000-0000-0000-0000-000000000000}"/>
          </ac:spMkLst>
        </pc:spChg>
      </pc:sldChg>
      <pc:sldChg chg="addSp delSp modSp mod">
        <pc:chgData name="Aryan Mohan" userId="77a2dff1-d756-46e3-a0b9-082fc1d2bd17" providerId="ADAL" clId="{E2654676-0C05-4358-BE33-21987F7BEE9B}" dt="2026-02-06T18:25:11.134" v="403" actId="14100"/>
        <pc:sldMkLst>
          <pc:docMk/>
          <pc:sldMk cId="0" sldId="262"/>
        </pc:sldMkLst>
        <pc:spChg chg="mod">
          <ac:chgData name="Aryan Mohan" userId="77a2dff1-d756-46e3-a0b9-082fc1d2bd17" providerId="ADAL" clId="{E2654676-0C05-4358-BE33-21987F7BEE9B}" dt="2026-02-06T18:25:11.134" v="403" actId="14100"/>
          <ac:spMkLst>
            <pc:docMk/>
            <pc:sldMk cId="0" sldId="262"/>
            <ac:spMk id="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25:08.369" v="402" actId="14100"/>
          <ac:spMkLst>
            <pc:docMk/>
            <pc:sldMk cId="0" sldId="262"/>
            <ac:spMk id="9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24:19.205" v="314" actId="103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24:35.378" v="358" actId="1035"/>
          <ac:spMkLst>
            <pc:docMk/>
            <pc:sldMk cId="0" sldId="262"/>
            <ac:spMk id="1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24:35.378" v="358" actId="1035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24:35.378" v="358" actId="1035"/>
          <ac:spMkLst>
            <pc:docMk/>
            <pc:sldMk cId="0" sldId="262"/>
            <ac:spMk id="17" creationId="{00000000-0000-0000-0000-000000000000}"/>
          </ac:spMkLst>
        </pc:spChg>
        <pc:spChg chg="del mod">
          <ac:chgData name="Aryan Mohan" userId="77a2dff1-d756-46e3-a0b9-082fc1d2bd17" providerId="ADAL" clId="{E2654676-0C05-4358-BE33-21987F7BEE9B}" dt="2026-02-06T18:24:38.952" v="359" actId="478"/>
          <ac:spMkLst>
            <pc:docMk/>
            <pc:sldMk cId="0" sldId="262"/>
            <ac:spMk id="18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24:29.096" v="345" actId="1035"/>
          <ac:spMkLst>
            <pc:docMk/>
            <pc:sldMk cId="0" sldId="262"/>
            <ac:spMk id="19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24:29.096" v="345" actId="1035"/>
          <ac:spMkLst>
            <pc:docMk/>
            <pc:sldMk cId="0" sldId="262"/>
            <ac:spMk id="21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24:29.096" v="345" actId="1035"/>
          <ac:spMkLst>
            <pc:docMk/>
            <pc:sldMk cId="0" sldId="262"/>
            <ac:spMk id="22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24:51.428" v="396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24:55.898" v="399" actId="20577"/>
          <ac:spMkLst>
            <pc:docMk/>
            <pc:sldMk cId="0" sldId="262"/>
            <ac:spMk id="24" creationId="{00000000-0000-0000-0000-000000000000}"/>
          </ac:spMkLst>
        </pc:spChg>
        <pc:spChg chg="add mod">
          <ac:chgData name="Aryan Mohan" userId="77a2dff1-d756-46e3-a0b9-082fc1d2bd17" providerId="ADAL" clId="{E2654676-0C05-4358-BE33-21987F7BEE9B}" dt="2026-02-06T18:25:01.889" v="401" actId="1037"/>
          <ac:spMkLst>
            <pc:docMk/>
            <pc:sldMk cId="0" sldId="262"/>
            <ac:spMk id="25" creationId="{08F0F172-BD84-7D1E-DB8D-E0EA0EA2E957}"/>
          </ac:spMkLst>
        </pc:spChg>
        <pc:picChg chg="mod">
          <ac:chgData name="Aryan Mohan" userId="77a2dff1-d756-46e3-a0b9-082fc1d2bd17" providerId="ADAL" clId="{E2654676-0C05-4358-BE33-21987F7BEE9B}" dt="2026-02-06T18:24:35.378" v="358" actId="1035"/>
          <ac:picMkLst>
            <pc:docMk/>
            <pc:sldMk cId="0" sldId="262"/>
            <ac:picMk id="15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24:29.096" v="345" actId="1035"/>
          <ac:picMkLst>
            <pc:docMk/>
            <pc:sldMk cId="0" sldId="262"/>
            <ac:picMk id="20" creationId="{00000000-0000-0000-0000-000000000000}"/>
          </ac:picMkLst>
        </pc:picChg>
      </pc:sldChg>
      <pc:sldChg chg="modSp mod">
        <pc:chgData name="Aryan Mohan" userId="77a2dff1-d756-46e3-a0b9-082fc1d2bd17" providerId="ADAL" clId="{E2654676-0C05-4358-BE33-21987F7BEE9B}" dt="2026-02-06T18:22:39.582" v="292" actId="1076"/>
        <pc:sldMkLst>
          <pc:docMk/>
          <pc:sldMk cId="0" sldId="263"/>
        </pc:sldMkLst>
        <pc:spChg chg="mod">
          <ac:chgData name="Aryan Mohan" userId="77a2dff1-d756-46e3-a0b9-082fc1d2bd17" providerId="ADAL" clId="{E2654676-0C05-4358-BE33-21987F7BEE9B}" dt="2026-02-06T18:22:36.893" v="291" actId="14100"/>
          <ac:spMkLst>
            <pc:docMk/>
            <pc:sldMk cId="0" sldId="263"/>
            <ac:spMk id="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6:05.923" v="218" actId="14100"/>
          <ac:spMkLst>
            <pc:docMk/>
            <pc:sldMk cId="0" sldId="263"/>
            <ac:spMk id="5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6:13.244" v="220" actId="404"/>
          <ac:spMkLst>
            <pc:docMk/>
            <pc:sldMk cId="0" sldId="263"/>
            <ac:spMk id="6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6:19.449" v="235" actId="1035"/>
          <ac:spMkLst>
            <pc:docMk/>
            <pc:sldMk cId="0" sldId="263"/>
            <ac:spMk id="7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6:19.449" v="235" actId="1035"/>
          <ac:spMkLst>
            <pc:docMk/>
            <pc:sldMk cId="0" sldId="263"/>
            <ac:spMk id="9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6:19.449" v="235" actId="1035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6:19.449" v="235" actId="1035"/>
          <ac:spMkLst>
            <pc:docMk/>
            <pc:sldMk cId="0" sldId="263"/>
            <ac:spMk id="12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6:19.449" v="235" actId="1035"/>
          <ac:spMkLst>
            <pc:docMk/>
            <pc:sldMk cId="0" sldId="263"/>
            <ac:spMk id="16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6:19.449" v="235" actId="1035"/>
          <ac:spMkLst>
            <pc:docMk/>
            <pc:sldMk cId="0" sldId="263"/>
            <ac:spMk id="18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6:19.449" v="235" actId="1035"/>
          <ac:spMkLst>
            <pc:docMk/>
            <pc:sldMk cId="0" sldId="263"/>
            <ac:spMk id="19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6:19.449" v="235" actId="1035"/>
          <ac:spMkLst>
            <pc:docMk/>
            <pc:sldMk cId="0" sldId="263"/>
            <ac:spMk id="21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6:19.449" v="235" actId="1035"/>
          <ac:spMkLst>
            <pc:docMk/>
            <pc:sldMk cId="0" sldId="263"/>
            <ac:spMk id="22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6:19.449" v="235" actId="1035"/>
          <ac:spMkLst>
            <pc:docMk/>
            <pc:sldMk cId="0" sldId="263"/>
            <ac:spMk id="24" creationId="{00000000-0000-0000-0000-000000000000}"/>
          </ac:spMkLst>
        </pc:spChg>
        <pc:picChg chg="mod">
          <ac:chgData name="Aryan Mohan" userId="77a2dff1-d756-46e3-a0b9-082fc1d2bd17" providerId="ADAL" clId="{E2654676-0C05-4358-BE33-21987F7BEE9B}" dt="2026-02-06T18:22:39.582" v="292" actId="1076"/>
          <ac:picMkLst>
            <pc:docMk/>
            <pc:sldMk cId="0" sldId="263"/>
            <ac:picMk id="4" creationId="{00000000-0000-0000-0000-000000000000}"/>
          </ac:picMkLst>
        </pc:picChg>
      </pc:sldChg>
      <pc:sldChg chg="modSp mod">
        <pc:chgData name="Aryan Mohan" userId="77a2dff1-d756-46e3-a0b9-082fc1d2bd17" providerId="ADAL" clId="{E2654676-0C05-4358-BE33-21987F7BEE9B}" dt="2026-02-06T18:31:24.294" v="412" actId="14100"/>
        <pc:sldMkLst>
          <pc:docMk/>
          <pc:sldMk cId="0" sldId="264"/>
        </pc:sldMkLst>
        <pc:spChg chg="mod">
          <ac:chgData name="Aryan Mohan" userId="77a2dff1-d756-46e3-a0b9-082fc1d2bd17" providerId="ADAL" clId="{E2654676-0C05-4358-BE33-21987F7BEE9B}" dt="2026-02-06T18:06:43.563" v="242" actId="14100"/>
          <ac:spMkLst>
            <pc:docMk/>
            <pc:sldMk cId="0" sldId="264"/>
            <ac:spMk id="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6:51.012" v="244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1:17.789" v="410" actId="1035"/>
          <ac:spMkLst>
            <pc:docMk/>
            <pc:sldMk cId="0" sldId="264"/>
            <ac:spMk id="5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1:17.789" v="410" actId="1035"/>
          <ac:spMkLst>
            <pc:docMk/>
            <pc:sldMk cId="0" sldId="264"/>
            <ac:spMk id="6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1:24.294" v="412" actId="14100"/>
          <ac:spMkLst>
            <pc:docMk/>
            <pc:sldMk cId="0" sldId="264"/>
            <ac:spMk id="7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29:57.255" v="408" actId="14100"/>
          <ac:spMkLst>
            <pc:docMk/>
            <pc:sldMk cId="0" sldId="264"/>
            <ac:spMk id="8" creationId="{00000000-0000-0000-0000-000000000000}"/>
          </ac:spMkLst>
        </pc:spChg>
      </pc:sldChg>
      <pc:sldChg chg="modSp mod">
        <pc:chgData name="Aryan Mohan" userId="77a2dff1-d756-46e3-a0b9-082fc1d2bd17" providerId="ADAL" clId="{E2654676-0C05-4358-BE33-21987F7BEE9B}" dt="2026-02-06T18:26:10.079" v="406" actId="5793"/>
        <pc:sldMkLst>
          <pc:docMk/>
          <pc:sldMk cId="0" sldId="265"/>
        </pc:sldMkLst>
        <pc:spChg chg="mod">
          <ac:chgData name="Aryan Mohan" userId="77a2dff1-d756-46e3-a0b9-082fc1d2bd17" providerId="ADAL" clId="{E2654676-0C05-4358-BE33-21987F7BEE9B}" dt="2026-02-06T18:26:10.079" v="406" actId="5793"/>
          <ac:spMkLst>
            <pc:docMk/>
            <pc:sldMk cId="0" sldId="265"/>
            <ac:spMk id="25" creationId="{00000000-0000-0000-0000-000000000000}"/>
          </ac:spMkLst>
        </pc:spChg>
      </pc:sldChg>
      <pc:sldChg chg="modSp mod">
        <pc:chgData name="Aryan Mohan" userId="77a2dff1-d756-46e3-a0b9-082fc1d2bd17" providerId="ADAL" clId="{E2654676-0C05-4358-BE33-21987F7BEE9B}" dt="2026-02-06T18:07:01.611" v="245" actId="404"/>
        <pc:sldMkLst>
          <pc:docMk/>
          <pc:sldMk cId="0" sldId="266"/>
        </pc:sldMkLst>
        <pc:spChg chg="mod">
          <ac:chgData name="Aryan Mohan" userId="77a2dff1-d756-46e3-a0b9-082fc1d2bd17" providerId="ADAL" clId="{E2654676-0C05-4358-BE33-21987F7BEE9B}" dt="2026-02-06T18:07:01.611" v="245" actId="404"/>
          <ac:spMkLst>
            <pc:docMk/>
            <pc:sldMk cId="0" sldId="266"/>
            <ac:spMk id="8" creationId="{00000000-0000-0000-0000-000000000000}"/>
          </ac:spMkLst>
        </pc:spChg>
      </pc:sldChg>
      <pc:sldChg chg="modSp mod">
        <pc:chgData name="Aryan Mohan" userId="77a2dff1-d756-46e3-a0b9-082fc1d2bd17" providerId="ADAL" clId="{E2654676-0C05-4358-BE33-21987F7BEE9B}" dt="2026-02-06T18:07:13.731" v="248" actId="207"/>
        <pc:sldMkLst>
          <pc:docMk/>
          <pc:sldMk cId="0" sldId="267"/>
        </pc:sldMkLst>
        <pc:spChg chg="mod">
          <ac:chgData name="Aryan Mohan" userId="77a2dff1-d756-46e3-a0b9-082fc1d2bd17" providerId="ADAL" clId="{E2654676-0C05-4358-BE33-21987F7BEE9B}" dt="2026-02-06T18:07:09.018" v="246" actId="207"/>
          <ac:spMkLst>
            <pc:docMk/>
            <pc:sldMk cId="0" sldId="267"/>
            <ac:spMk id="7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7:11.423" v="247" actId="207"/>
          <ac:spMkLst>
            <pc:docMk/>
            <pc:sldMk cId="0" sldId="267"/>
            <ac:spMk id="1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7:13.731" v="248" actId="207"/>
          <ac:spMkLst>
            <pc:docMk/>
            <pc:sldMk cId="0" sldId="267"/>
            <ac:spMk id="19" creationId="{00000000-0000-0000-0000-000000000000}"/>
          </ac:spMkLst>
        </pc:spChg>
      </pc:sldChg>
      <pc:sldChg chg="delSp modSp add mod setBg">
        <pc:chgData name="Aryan Mohan" userId="77a2dff1-d756-46e3-a0b9-082fc1d2bd17" providerId="ADAL" clId="{E2654676-0C05-4358-BE33-21987F7BEE9B}" dt="2026-02-06T18:08:17.217" v="290" actId="1036"/>
        <pc:sldMkLst>
          <pc:docMk/>
          <pc:sldMk cId="0" sldId="271"/>
        </pc:sldMkLst>
        <pc:spChg chg="del">
          <ac:chgData name="Aryan Mohan" userId="77a2dff1-d756-46e3-a0b9-082fc1d2bd17" providerId="ADAL" clId="{E2654676-0C05-4358-BE33-21987F7BEE9B}" dt="2026-02-06T18:08:06.025" v="250" actId="478"/>
          <ac:spMkLst>
            <pc:docMk/>
            <pc:sldMk cId="0" sldId="271"/>
            <ac:spMk id="9" creationId="{00000000-0000-0000-0000-000000000000}"/>
          </ac:spMkLst>
        </pc:spChg>
        <pc:spChg chg="del">
          <ac:chgData name="Aryan Mohan" userId="77a2dff1-d756-46e3-a0b9-082fc1d2bd17" providerId="ADAL" clId="{E2654676-0C05-4358-BE33-21987F7BEE9B}" dt="2026-02-06T18:08:06.025" v="250" actId="478"/>
          <ac:spMkLst>
            <pc:docMk/>
            <pc:sldMk cId="0" sldId="271"/>
            <ac:spMk id="11" creationId="{00000000-0000-0000-0000-000000000000}"/>
          </ac:spMkLst>
        </pc:spChg>
        <pc:spChg chg="del">
          <ac:chgData name="Aryan Mohan" userId="77a2dff1-d756-46e3-a0b9-082fc1d2bd17" providerId="ADAL" clId="{E2654676-0C05-4358-BE33-21987F7BEE9B}" dt="2026-02-06T18:08:09.957" v="251" actId="478"/>
          <ac:spMkLst>
            <pc:docMk/>
            <pc:sldMk cId="0" sldId="271"/>
            <ac:spMk id="12" creationId="{00000000-0000-0000-0000-000000000000}"/>
          </ac:spMkLst>
        </pc:spChg>
        <pc:spChg chg="del">
          <ac:chgData name="Aryan Mohan" userId="77a2dff1-d756-46e3-a0b9-082fc1d2bd17" providerId="ADAL" clId="{E2654676-0C05-4358-BE33-21987F7BEE9B}" dt="2026-02-06T18:08:09.957" v="251" actId="478"/>
          <ac:spMkLst>
            <pc:docMk/>
            <pc:sldMk cId="0" sldId="271"/>
            <ac:spMk id="1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8:17.217" v="290" actId="1036"/>
          <ac:spMkLst>
            <pc:docMk/>
            <pc:sldMk cId="0" sldId="271"/>
            <ac:spMk id="15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08:17.217" v="290" actId="1036"/>
          <ac:spMkLst>
            <pc:docMk/>
            <pc:sldMk cId="0" sldId="271"/>
            <ac:spMk id="17" creationId="{00000000-0000-0000-0000-000000000000}"/>
          </ac:spMkLst>
        </pc:spChg>
        <pc:picChg chg="del">
          <ac:chgData name="Aryan Mohan" userId="77a2dff1-d756-46e3-a0b9-082fc1d2bd17" providerId="ADAL" clId="{E2654676-0C05-4358-BE33-21987F7BEE9B}" dt="2026-02-06T18:08:06.025" v="250" actId="478"/>
          <ac:picMkLst>
            <pc:docMk/>
            <pc:sldMk cId="0" sldId="271"/>
            <ac:picMk id="10" creationId="{00000000-0000-0000-0000-000000000000}"/>
          </ac:picMkLst>
        </pc:picChg>
        <pc:picChg chg="del">
          <ac:chgData name="Aryan Mohan" userId="77a2dff1-d756-46e3-a0b9-082fc1d2bd17" providerId="ADAL" clId="{E2654676-0C05-4358-BE33-21987F7BEE9B}" dt="2026-02-06T18:08:09.957" v="251" actId="478"/>
          <ac:picMkLst>
            <pc:docMk/>
            <pc:sldMk cId="0" sldId="271"/>
            <ac:picMk id="13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08:17.217" v="290" actId="1036"/>
          <ac:picMkLst>
            <pc:docMk/>
            <pc:sldMk cId="0" sldId="271"/>
            <ac:picMk id="1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2868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&amp;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share multi-container applications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14400" y="1243584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350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33502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Docker Hub operations and image distribution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1847088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914400" y="1901952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99339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199339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image tagging and versioning strategies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31520" y="2505456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914400" y="2560320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6517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6517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Docker Compose fundamentals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731520" y="3163824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914400" y="3218688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31012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31012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multi-container applications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731520" y="3822192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914400" y="3877056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3968496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54480" y="396849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services, networks, and volumes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Docker Hub?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1645920" cy="1645920"/>
          </a:xfrm>
          <a:prstGeom prst="ellipse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4630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720" y="1124712"/>
            <a:ext cx="5029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world’s largest library of container images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74720" y="19202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cloud-based registry where you can find, share, and distribute Docker images globally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32918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109728" cy="1371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204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547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Registry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68680" y="4023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hosting for open-source images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429000" y="32918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3429000" y="3291840"/>
            <a:ext cx="109728" cy="1371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35204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43400" y="3547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Repos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3657600" y="4023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 for proprietary images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17920" y="32918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6217920" y="3291840"/>
            <a:ext cx="109728" cy="1371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52044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32320" y="3547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Builds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6446520" y="4023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 and webhooks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vs Community Images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023360" cy="548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Images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Docker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by publishers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security scans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followed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Well-documented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nginx, postgres, python, node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4023360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0" y="1280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Images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users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varies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stars &amp; downloads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Dockerfile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maintainer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username/imagename:tag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Naming Convention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7315200" cy="7315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97280" y="14401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 / username / repository : tag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164592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60320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docker.io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560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image is stored (default: Docker Hub)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035808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3035808"/>
            <a:ext cx="164592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31272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31272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mycompany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127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Docker Hub account ID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602736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" y="3602736"/>
            <a:ext cx="1645920" cy="502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369417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60320" y="36941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web-app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6941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your application/image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169664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31520" y="4169664"/>
            <a:ext cx="164592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31520" y="426110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560320" y="42611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v1.0, latest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42611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identifier (default: latest)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Best Practices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013460"/>
            <a:ext cx="4023360" cy="3169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1013460"/>
            <a:ext cx="402336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1049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92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449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semantic versioning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0218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2479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with git commit SHA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0510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7508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environment info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08020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32537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descriptive and clear</a:t>
            </a:r>
            <a:endParaRPr lang="en-US" sz="15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10940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80160" y="37566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your tags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822960" y="4198620"/>
            <a:ext cx="3474720" cy="792480"/>
          </a:xfrm>
          <a:prstGeom prst="rect">
            <a:avLst/>
          </a:prstGeom>
          <a:solidFill>
            <a:srgbClr val="10B981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0"/>
          <p:cNvSpPr/>
          <p:nvPr/>
        </p:nvSpPr>
        <p:spPr>
          <a:xfrm>
            <a:off x="914400" y="42595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myapp:v1.2.3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myapp:abc123f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myapp:prod-20240206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572000" y="1013460"/>
            <a:ext cx="4023360" cy="3169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2"/>
          <p:cNvSpPr/>
          <p:nvPr/>
        </p:nvSpPr>
        <p:spPr>
          <a:xfrm>
            <a:off x="4572000" y="1013460"/>
            <a:ext cx="402336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3"/>
          <p:cNvSpPr/>
          <p:nvPr/>
        </p:nvSpPr>
        <p:spPr>
          <a:xfrm>
            <a:off x="4572000" y="11049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DON’T</a:t>
            </a:r>
            <a:endParaRPr lang="en-US" sz="2400" dirty="0"/>
          </a:p>
        </p:txBody>
      </p:sp>
      <p:sp>
        <p:nvSpPr>
          <p:cNvPr id="21" name="Text 14"/>
          <p:cNvSpPr/>
          <p:nvPr/>
        </p:nvSpPr>
        <p:spPr>
          <a:xfrm>
            <a:off x="4892040" y="17449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5303520" y="17449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solely on ‘latest’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892040" y="22479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5303520" y="22479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vague tags like ‘new’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4892040" y="27508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5303520" y="27508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tags for different builds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892040" y="32537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5303520" y="32537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version numbers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892040" y="37566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5303520" y="37566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‘test’ or ‘prod’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4846320" y="4198620"/>
            <a:ext cx="3474720" cy="79248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5"/>
          <p:cNvSpPr/>
          <p:nvPr/>
        </p:nvSpPr>
        <p:spPr>
          <a:xfrm>
            <a:off x="4937760" y="4274820"/>
            <a:ext cx="3291840" cy="62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myapp:latest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myapp:new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myapp:fixed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Multi-Container Applications?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 are complex systems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79"/>
            <a:ext cx="1920240" cy="1325875"/>
          </a:xfrm>
          <a:prstGeom prst="rect">
            <a:avLst/>
          </a:prstGeom>
          <a:solidFill>
            <a:srgbClr val="DBEAFE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148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51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9260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Vue, Angular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51760" y="2606040"/>
            <a:ext cx="1828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834640" y="2011679"/>
            <a:ext cx="1920240" cy="1325877"/>
          </a:xfrm>
          <a:prstGeom prst="rect">
            <a:avLst/>
          </a:prstGeom>
          <a:solidFill>
            <a:srgbClr val="D1FAE5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1488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34640" y="2651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834640" y="29260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Python, Java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54880" y="2270760"/>
            <a:ext cx="1828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4983480" y="1478279"/>
            <a:ext cx="1920240" cy="1188720"/>
          </a:xfrm>
          <a:prstGeom prst="rect">
            <a:avLst/>
          </a:prstGeom>
          <a:solidFill>
            <a:srgbClr val="FEF3C7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1615439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83480" y="2118359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983480" y="2392679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MongoDB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937760" y="2880359"/>
            <a:ext cx="1920240" cy="1188720"/>
          </a:xfrm>
          <a:prstGeom prst="rect">
            <a:avLst/>
          </a:prstGeom>
          <a:solidFill>
            <a:srgbClr val="FCE7F3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3017519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937760" y="3520439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937760" y="3794759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Redis, Memcached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1356360" y="4282439"/>
            <a:ext cx="640080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/>
          <p:nvPr/>
        </p:nvSpPr>
        <p:spPr>
          <a:xfrm>
            <a:off x="1303020" y="4541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in its own container = Scalable, maintainable architecture</a:t>
            </a:r>
            <a:endParaRPr lang="en-US" sz="150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08F0F172-BD84-7D1E-DB8D-E0EA0EA2E957}"/>
              </a:ext>
            </a:extLst>
          </p:cNvPr>
          <p:cNvSpPr/>
          <p:nvPr/>
        </p:nvSpPr>
        <p:spPr>
          <a:xfrm>
            <a:off x="4762500" y="3131820"/>
            <a:ext cx="1828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Docker Compose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32460" y="1066800"/>
            <a:ext cx="1165860" cy="1120140"/>
          </a:xfrm>
          <a:prstGeom prst="ellipse">
            <a:avLst/>
          </a:prstGeom>
          <a:solidFill>
            <a:srgbClr val="02C39A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1196340"/>
            <a:ext cx="723900" cy="723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1181100"/>
            <a:ext cx="6499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run multi-container applications using a single YAML file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86000" y="15621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start your entire application stack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371600" y="239268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4384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11680" y="2438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services in docker-compose.yml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371600" y="280416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8498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011680" y="2849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command starts everything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1371600" y="321564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26136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011680" y="3261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networking between containers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1371600" y="362712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67284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011680" y="3672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 management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1371600" y="403860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408432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011680" y="408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network configuration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1371600" y="445008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4495800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2011680" y="4495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service scaling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Structure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85800" y="1120140"/>
            <a:ext cx="4389120" cy="38633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30302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'3.8'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nginx:alpine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"8080:80"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networks: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frontend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POSTGRES_PASSWORD: secret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db-data:/var/lib/postgresql/data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networks: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backend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db-data: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backend: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520" y="1356360"/>
            <a:ext cx="3200400" cy="36576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394960" y="1402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version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03520" y="1866900"/>
            <a:ext cx="3200400" cy="206502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94960" y="2057400"/>
            <a:ext cx="3017520" cy="1607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definitions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4023360"/>
            <a:ext cx="320040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394960" y="4069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0" y="4480560"/>
            <a:ext cx="3200400" cy="365760"/>
          </a:xfrm>
          <a:prstGeom prst="rect">
            <a:avLst/>
          </a:prstGeom>
          <a:solidFill>
            <a:srgbClr val="1C7293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94960" y="4526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config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Configuration Options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82880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348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0" y="13487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to use for this service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76809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182880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8059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18059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from Dockerfile instead of pulling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194560"/>
            <a:ext cx="76809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31520" y="2194560"/>
            <a:ext cx="182880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" y="22631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ports: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22631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mapping (host:container)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2651760"/>
            <a:ext cx="76809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" y="2651760"/>
            <a:ext cx="182880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27203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environment: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0" y="27203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for the service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108960"/>
            <a:ext cx="76809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182880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1520" y="31775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743200" y="31775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paths for data persistence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3566160"/>
            <a:ext cx="76809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31520" y="3566160"/>
            <a:ext cx="182880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31520" y="3634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Depends_on</a:t>
            </a: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743200" y="36347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startup dependencies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4023360"/>
            <a:ext cx="76809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31520" y="4023360"/>
            <a:ext cx="182880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1520" y="40919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networks: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743200" y="40919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to connect this service to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1520" y="4480560"/>
            <a:ext cx="76809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31520" y="4480560"/>
            <a:ext cx="182880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31520" y="45491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restart: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743200" y="45491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policy (always, on-failure, etc.)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in Docker Compose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1887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0320" y="13716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communicate using service names as hostnames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188720" y="27432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Frontend connecting to Backend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371600" y="3200400"/>
            <a:ext cx="6400800" cy="13716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554480" y="333756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your frontend application code: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fetch('http://backend:5000/api/data')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.then(response =&gt; response.json())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'backend' is the service 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Docker DNS resolves it automatically!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in Docker Compose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37160" cy="10515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1828800"/>
            <a:ext cx="7132320" cy="320040"/>
          </a:xfrm>
          <a:prstGeom prst="rect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234440" y="1892808"/>
            <a:ext cx="6858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db-data:/var/lib/postgresql/data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Production databases, persistent application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137160" cy="10515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Mounts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97280" y="3017520"/>
            <a:ext cx="7132320" cy="320040"/>
          </a:xfrm>
          <a:prstGeom prst="rect">
            <a:avLst/>
          </a:prstGeom>
          <a:solidFill>
            <a:srgbClr val="1C7293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234440" y="3081528"/>
            <a:ext cx="6858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./code:/app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Development environments, live code reload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137160" cy="10515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9728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Volumes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97280" y="4206240"/>
            <a:ext cx="7132320" cy="320040"/>
          </a:xfrm>
          <a:prstGeom prst="rect">
            <a:avLst/>
          </a:prstGeom>
          <a:solidFill>
            <a:srgbClr val="02C39A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234440" y="4270248"/>
            <a:ext cx="6858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/app/node_modules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Temporary data, build artifacts, cache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Docker Compose Commands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4389120" cy="4114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13487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0" y="13487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all services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4389120" cy="4114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8059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0" y="18059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detached (background) mode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4389120" cy="4114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22631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22631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remove all containers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4389120" cy="4114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27203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7203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running services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4389120" cy="4114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1775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31775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output from all services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4389120" cy="4114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7240" y="36347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 -f &lt;service&gt;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36347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logs for specific service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4389120" cy="4114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40919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exec &lt;service&gt; 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40919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command in running service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480560"/>
            <a:ext cx="4389120" cy="4114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77240" y="45491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restart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45491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all services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1887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Multi-Container Applications!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6400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7830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hands-on exercises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371600" y="2286000"/>
            <a:ext cx="6400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4231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03120" y="2423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post-class activity guide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06324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10312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Advanced Docker with GenAI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compose amazing applications?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762</Words>
  <Application>Microsoft Office PowerPoint</Application>
  <PresentationFormat>On-screen Show (16:9)</PresentationFormat>
  <Paragraphs>203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Hub and Docker Compose</dc:title>
  <dc:subject>PptxGenJS Presentation</dc:subject>
  <dc:creator>Docker Training Program</dc:creator>
  <cp:lastModifiedBy>Aryan Mohan</cp:lastModifiedBy>
  <cp:revision>1</cp:revision>
  <dcterms:created xsi:type="dcterms:W3CDTF">2026-02-06T17:36:15Z</dcterms:created>
  <dcterms:modified xsi:type="dcterms:W3CDTF">2026-02-06T18:31:26Z</dcterms:modified>
</cp:coreProperties>
</file>